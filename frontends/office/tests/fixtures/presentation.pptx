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ClawMaster Office 验收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POWERPOINT_ORIGINAL_20260913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